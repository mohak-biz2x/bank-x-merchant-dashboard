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Prototyping with Kiro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F8DFF"/>
                </a:solidFill>
                <a:latin typeface="Calibri"/>
              </a:defRPr>
            </a:pPr>
            <a:r>
              <a:t>A Practical Guide for Product Managers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HTML/CSS/JS vs React — When to Use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8DFF"/>
                </a:solidFill>
                <a:latin typeface="Calibri"/>
              </a:defRPr>
            </a:pPr>
            <a:r>
              <a:t>Use HTML/CSS/JS when...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Single page, no navigation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Static content or simple form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Quick demo of a layout or design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No role-based views needed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One-off throwaway prototype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Simple landing page or email template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Use React when...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Multiple pages / routes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Multi-step wizards, complex forms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State-dependent UI (show/hide, badges)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Role-based views, conditional rendering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Prototype that will evolve over weeks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Dashboards with tables, filters, pagination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B7080"/>
                </a:solidFill>
                <a:latin typeface="Calibri"/>
              </a:defRPr>
            </a:pPr>
            <a:r>
              <a:t>Rule of thumb: If your prototype has more than 2 screens or any conditional logic, go with React.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Setting Up a React Prototype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7080"/>
                </a:solidFill>
                <a:latin typeface="Calibri"/>
              </a:defRPr>
            </a:pPr>
            <a:r>
              <a:t>Tell Kiro: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400">
                <a:solidFill>
                  <a:srgbClr val="A0E0A0"/>
                </a:solidFill>
                <a:latin typeface="Consolas"/>
              </a:defRPr>
            </a:pPr>
            <a:r>
              <a:t>"Set up a new React project with Vite, Tailwind CSS, and React Router.</a:t>
            </a:r>
            <a:br/>
            <a:r>
              <a:t>Add shadcn/ui components. Create a basic folder structure."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7080"/>
                </a:solidFill>
                <a:latin typeface="Calibri"/>
              </a:defRPr>
            </a:pPr>
            <a:r>
              <a:t>Then create a steering file at .kiro/steering/project-rules.md: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2286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400">
                <a:solidFill>
                  <a:srgbClr val="A0E0A0"/>
                </a:solidFill>
                <a:latin typeface="Consolas"/>
              </a:defRPr>
            </a:pPr>
            <a:r>
              <a:t># My Prototype</a:t>
            </a:r>
            <a:br/>
            <a:r>
              <a:t>React 18 + Vite + Tailwind CSS + shadcn/ui.</a:t>
            </a:r>
            <a:br/>
            <a:r>
              <a:t>Functional components, useState only, no backend.</a:t>
            </a:r>
            <a:br/>
            <a:r>
              <a:t>All data in useState/localStorage.</a:t>
            </a:r>
            <a:br/>
            <a:r>
              <a:t>Primary button: bg-gray-800. Accent: bg-blue-600.</a:t>
            </a:r>
            <a:br/>
            <a:r>
              <a:t>Cards: bg-white border border-gray-200 rounded-lg p-5.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080"/>
                </a:solidFill>
                <a:latin typeface="Calibri"/>
              </a:defRPr>
            </a:pPr>
            <a:r>
              <a:t>This keeps Kiro consistent across all your changes — it's your project's style guide.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Setting Up an HTML/CSS/JS Prototype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7080"/>
                </a:solidFill>
                <a:latin typeface="Calibri"/>
              </a:defRPr>
            </a:pPr>
            <a:r>
              <a:t>Tell Kiro: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400">
                <a:solidFill>
                  <a:srgbClr val="A0E0A0"/>
                </a:solidFill>
                <a:latin typeface="Consolas"/>
              </a:defRPr>
            </a:pPr>
            <a:r>
              <a:t>"Create a simple HTML page with Tailwind CSS via CDN.</a:t>
            </a:r>
            <a:br/>
            <a:r>
              <a:t>Add a header, sidebar, and main content area. Use a clean professional style."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Kiro creates a single index.html with everything inline. No build step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To view: Just open the .html file in your browser. Done.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Viewing Your Prototype in Browser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8DFF"/>
                </a:solidFill>
                <a:latin typeface="Calibri"/>
              </a:defRPr>
            </a:pPr>
            <a:r>
              <a:t>HTML/CSS/JS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Open the .html file directly in browser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Double-click or File → 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Run: npm run dev in terminal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Open localhost:5173 in browser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Changes auto-refresh (hot reload)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0698480" cy="914400"/>
          </a:xfrm>
          <a:prstGeom prst="roundRect">
            <a:avLst/>
          </a:prstGeom>
          <a:solidFill>
            <a:srgbClr val="FF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26000"/>
                </a:solidFill>
                <a:latin typeface="Calibri"/>
              </a:defRPr>
            </a:pPr>
            <a:r>
              <a:t>💡 Tip: Keep the browser open side-by-side with Kiro. You'll see changes appear in real-time.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Making It Look Like Your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1. Add your client's logo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  Drop logo (SVG/PNG) into src/assets/ or public/ folder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  Tell Kiro: "Use the logo from src/assets/client-logo.svg in the sidebar and login page"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2. Share screenshots to match look and feel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  Drag a screenshot of the client's existing product into Kiro chat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  Tell Kiro: "Match the look and feel of this screenshot — same colors, spacing, layout"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  Kiro analyzes the image and adjusts colors, typography, spacing to match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3. Define brand colors in your steering file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  Primary: bg-[#1A2B4A]   Accent: bg-[#4F8DFF]   Success: bg-green-600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4. Pivot design elements iteratively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  "Change the sidebar background to match this screenshot" + drag image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  "Make buttons rounded-full instead of rounded-lg"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   "Add the client's favicon from public/favicon.png"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Setting Up Figma MCP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7080"/>
                </a:solidFill>
                <a:latin typeface="Calibri"/>
              </a:defRPr>
            </a:pPr>
            <a:r>
              <a:t>Add to .kiro/settings/mcp.json: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20116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300">
                <a:solidFill>
                  <a:srgbClr val="A0E0A0"/>
                </a:solidFill>
                <a:latin typeface="Consolas"/>
              </a:defRPr>
            </a:pPr>
            <a:r>
              <a:t>{</a:t>
            </a:r>
            <a:br/>
            <a:r>
              <a:t>  "mcpServers": {</a:t>
            </a:r>
            <a:br/>
            <a:r>
              <a:t>    "figma": {</a:t>
            </a:r>
            <a:br/>
            <a:r>
              <a:t>      "command": "npx",</a:t>
            </a:r>
            <a:br/>
            <a:r>
              <a:t>      "args": ["-y", "figma-developer-mcp",</a:t>
            </a:r>
            <a:br/>
            <a:r>
              <a:t>               "--figma-api-key=YOUR_FIGMA_TOKEN"],</a:t>
            </a:r>
            <a:br/>
            <a:r>
              <a:t>      "disabled": false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080"/>
                </a:solidFill>
                <a:latin typeface="Calibri"/>
              </a:defRPr>
            </a:pPr>
            <a:r>
              <a:t>Get token: Figma → Settings → Personal Access Tokens → Generate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How to use: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Paste a Figma URL: "Build this screen from [Figma URL]"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Kiro reads the design and generates matching code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Great for converting Figma mockups into working prototypes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Setting Up Jira (Atlassian) MCP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7080"/>
                </a:solidFill>
                <a:latin typeface="Calibri"/>
              </a:defRPr>
            </a:pPr>
            <a:r>
              <a:t>Add to your MCP config: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6459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300">
                <a:solidFill>
                  <a:srgbClr val="A0E0A0"/>
                </a:solidFill>
                <a:latin typeface="Consolas"/>
              </a:defRPr>
            </a:pPr>
            <a:r>
              <a:t>{</a:t>
            </a:r>
            <a:br/>
            <a:r>
              <a:t>  "mcpServers": {</a:t>
            </a:r>
            <a:br/>
            <a:r>
              <a:t>    "atlassian": {</a:t>
            </a:r>
            <a:br/>
            <a:r>
              <a:t>      "command": "npx",</a:t>
            </a:r>
            <a:br/>
            <a:r>
              <a:t>      "args": ["-y", "@anthropic/atlassian-mcp-server"],</a:t>
            </a:r>
            <a:br/>
            <a:r>
              <a:t>      "disabled": false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080"/>
                </a:solidFill>
                <a:latin typeface="Calibri"/>
              </a:defRPr>
            </a:pPr>
            <a:r>
              <a:t>On first use, Kiro prompts you to authenticate with Atlassian.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What you can do: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"Update MB-43 description with the new add invoice flow"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"Create a new story under epic MB-40 for bank account details"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"Add a comment on MB-44 tagging the team"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✦  "Search for all invoice-related stories in project MB"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Kiro for Jira Story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Writing stories: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"Create a story for supplier onboarding via hash URL. Include acceptance criteria and validations."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Updating from prototype learnings: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"Update MB-53 — add invoice is now inline form, not wizard. Auto-parse on upload, toast on submit."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Bulk updates: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"Add Figma link to all stories under epics MB-40 and MB-46"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Documenting validations: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"Document all validations at every step of the customer journey and update relevant stories"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Drafting integration specs: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  "List all APIs needed for the client to build their own UI while we handle backend"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8DFF"/>
                </a:solidFill>
                <a:latin typeface="Calibri"/>
              </a:defRPr>
            </a:pPr>
            <a:r>
              <a:t>Real impact: Updated 6+ story descriptions, created stories, added comments — all from Kiro chat, never opened Jira.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Prompts That Work vs Prompts That Don't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32004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✅  What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"Remove the search icon from both views"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→ Specific, clear scope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"Show toast and redirect back. No success screen."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→ Describes UX, not code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"These are banker-only tasks"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→ Gives context for WHY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[drag screenshot] "Match this look and feel"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→ Visual reference + clear instruction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32004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❌  What doesn't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"Make the page better"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→ Too vague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"Fix the UI"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→ Which part? What's wrong?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"Add all features we discussed"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→ Kiro doesn't remember meetings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10 changes in one message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  → Too much — iterate one at a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My Prompting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31520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500">
                <a:solidFill>
                  <a:srgbClr val="A0E0A0"/>
                </a:solidFill>
                <a:latin typeface="Consolas"/>
              </a:defRPr>
            </a:pPr>
            <a:r>
              <a:t>1. One change at a time</a:t>
            </a:r>
            <a:br/>
            <a:r>
              <a:t>        ↓</a:t>
            </a:r>
            <a:br/>
            <a:r>
              <a:t>2. Verify in browser</a:t>
            </a:r>
            <a:br/>
            <a:r>
              <a:t>        ↓</a:t>
            </a:r>
            <a:br/>
            <a:r>
              <a:t>3. If wrong → describe what's wrong specifically</a:t>
            </a:r>
            <a:br/>
            <a:r>
              <a:t>        ↓</a:t>
            </a:r>
            <a:br/>
            <a:r>
              <a:t>4. If right → next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Real example from MAL Bank: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1.  "Search icon is colliding with placeholder"  →  Kiro adjusted padding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2.  Still colliding  →  "Remove the icon"  →  Kiro removed it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3.  "Add invoice not showing in invoice level view"  →  Kiro fixed visibility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4.  "Banker actions should not be on customer portal"  →  Kiro removed them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5.  "Parsing should start automatically, no button"  →  Kiro auto-triggered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F8DFF"/>
                </a:solidFill>
                <a:latin typeface="Calibri"/>
              </a:defRPr>
            </a:pPr>
            <a:r>
              <a:t>Each change: 30 seconds to describe, 10 seconds for Kiro to implement.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r>
              <a:t>1.  Start with a steering file — it's your project's style guide for Kiro</a:t>
            </a:r>
          </a:p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r>
              <a:t>2.  HTML for simple, React for complex — don't over-engineer</a:t>
            </a:r>
          </a:p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r>
              <a:t>3.  npm run dev to view — keep browser open side-by-side</a:t>
            </a:r>
          </a:p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r>
              <a:t>4.  Drop screenshots into chat — match your client's look and feel</a:t>
            </a:r>
          </a:p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r>
              <a:t>5.  Add logos to src/assets/ — tell Kiro where to use them</a:t>
            </a:r>
          </a:p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r>
              <a:t>6.  Set up Figma + Jira MCPs — they multiply your productivity</a:t>
            </a:r>
          </a:p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r>
              <a:t>7.  Be specific in prompts — describe the UX outcome, not the code</a:t>
            </a:r>
          </a:p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r>
              <a:t>8.  Iterate small — one change, verify, next change</a:t>
            </a:r>
          </a:p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600">
                <a:solidFill>
                  <a:srgbClr val="D0D0E0"/>
                </a:solidFill>
                <a:latin typeface="Calibri"/>
              </a:defRPr>
            </a:pPr>
            <a:r>
              <a:t>9.  Use Kiro for stories too — write, update, maintain Jira from chat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566160"/>
            <a:ext cx="2103120" cy="36576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080"/>
                </a:solidFill>
                <a:latin typeface="Calibri"/>
              </a:defRPr>
            </a:pPr>
            <a:r>
              <a:t>Try it today: Pick one feature you're speccing,</a:t>
            </a:r>
            <a:br/>
            <a:r>
              <a:t>prototype it with Kiro.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1359</Words>
  <Application>Microsoft Office PowerPoint</Application>
  <PresentationFormat>Widescreen</PresentationFormat>
  <Paragraphs>142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Mohak Gupta</cp:lastModifiedBy>
  <cp:revision>2</cp:revision>
  <dcterms:created xsi:type="dcterms:W3CDTF">2013-01-27T09:14:16Z</dcterms:created>
  <dcterms:modified xsi:type="dcterms:W3CDTF">2026-04-23T10:07:47Z</dcterms:modified>
  <cp:category/>
</cp:coreProperties>
</file>