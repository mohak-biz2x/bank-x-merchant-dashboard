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-IN" dirty="0"/>
              <a:t>June</a:t>
            </a:r>
            <a:r>
              <a:rPr dirty="0"/>
              <a:t> 1st Demo</a:t>
            </a:r>
          </a:p>
          <a:p>
            <a:pPr algn="ctr">
              <a:spcBef>
                <a:spcPts val="1200"/>
              </a:spcBef>
              <a:defRPr sz="2400">
                <a:solidFill>
                  <a:srgbClr val="98CF95"/>
                </a:solidFill>
              </a:defRPr>
            </a:pPr>
            <a:r>
              <a:rPr dirty="0"/>
              <a:t>Scope, Structure &amp; Known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8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8686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Structure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B189D44-D81E-D203-6C1E-4FCC6833B8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3963" y="6084570"/>
            <a:ext cx="1733550" cy="476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999BE4-2542-9394-6494-A196CCB7B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5931"/>
            <a:ext cx="12192000" cy="46927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8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8686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Scope of May 21st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371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36836"/>
                </a:solidFill>
              </a:defRPr>
            </a:pPr>
            <a:r>
              <a:rPr dirty="0"/>
              <a:t>Customer </a:t>
            </a:r>
            <a:r>
              <a:rPr lang="en-IN" dirty="0"/>
              <a:t>Portal</a:t>
            </a:r>
            <a:endParaRPr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/>
            </a:pPr>
            <a:r>
              <a:rPr lang="en-US" dirty="0"/>
              <a:t>Invoice group creation initiated from the customer portal.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/>
            </a:pPr>
            <a:r>
              <a:rPr lang="en-US" dirty="0"/>
              <a:t>Execution of invoice pricing rules with applicable fees displayed to the customer.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/>
            </a:pPr>
            <a:r>
              <a:rPr lang="en-US" dirty="0"/>
              <a:t>Invoice parsing and automatic data extraction/population.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/>
            </a:pPr>
            <a:r>
              <a:rPr lang="en-US" dirty="0"/>
              <a:t>Automated invoice validation based on configured business rules.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/>
            </a:pPr>
            <a:endParaRPr lang="en-US" dirty="0"/>
          </a:p>
          <a:p>
            <a:pPr>
              <a:spcAft>
                <a:spcPts val="400"/>
              </a:spcAft>
              <a:defRPr sz="1600" b="1">
                <a:solidFill>
                  <a:srgbClr val="036836"/>
                </a:solidFill>
              </a:defRPr>
            </a:pPr>
            <a:r>
              <a:rPr lang="en-US" dirty="0"/>
              <a:t>Banker Portal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300"/>
            </a:pPr>
            <a:r>
              <a:rPr lang="en-US" dirty="0"/>
              <a:t>Banker-side invoice validation.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300"/>
            </a:pPr>
            <a:r>
              <a:rPr lang="en-US" dirty="0"/>
              <a:t>Transmission of the invoice group to the LMS.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300"/>
            </a:pPr>
            <a:endParaRPr lang="en-US" dirty="0"/>
          </a:p>
          <a:p>
            <a:pPr>
              <a:spcAft>
                <a:spcPts val="400"/>
              </a:spcAft>
              <a:defRPr sz="1600" b="1">
                <a:solidFill>
                  <a:srgbClr val="036836"/>
                </a:solidFill>
              </a:defRPr>
            </a:pPr>
            <a:r>
              <a:rPr lang="en-US" dirty="0"/>
              <a:t>LMS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300"/>
            </a:pPr>
            <a:r>
              <a:rPr lang="en-US" dirty="0"/>
              <a:t>Invoice group processing and disbursement executed within the LMS.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300"/>
            </a:pPr>
            <a:r>
              <a:rPr lang="en-US" dirty="0"/>
              <a:t>Disbursement status sent from LMS to LOS, followed by customer notification.</a:t>
            </a:r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C2B6508-6CBC-17F3-71F7-6C595C0240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3963" y="6084570"/>
            <a:ext cx="173355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8C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880"/>
            <a:ext cx="8686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Known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  <a:defRPr sz="1300">
                <a:solidFill>
                  <a:srgbClr val="111921"/>
                </a:solidFill>
              </a:defRPr>
            </a:pPr>
            <a:r>
              <a:rPr dirty="0"/>
              <a:t>The agreement formats shared by MAL are out of scope of this demo. Default templates are being used currently.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  <a:defRPr sz="1300">
                <a:solidFill>
                  <a:srgbClr val="111921"/>
                </a:solidFill>
              </a:defRPr>
            </a:pPr>
            <a:r>
              <a:rPr dirty="0"/>
              <a:t>Embedded e-signing is not part of this demo. Biz2X is working on the same.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  <a:defRPr sz="1300">
                <a:solidFill>
                  <a:srgbClr val="111921"/>
                </a:solidFill>
              </a:defRPr>
            </a:pPr>
            <a:r>
              <a:rPr dirty="0"/>
              <a:t>DBR and DSCR will be covered in the subsequent release.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  <a:defRPr sz="1300">
                <a:solidFill>
                  <a:srgbClr val="111921"/>
                </a:solidFill>
              </a:defRPr>
            </a:pPr>
            <a:r>
              <a:rPr dirty="0"/>
              <a:t>Direct Debit Agreement is not getting sent for e-sign.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  <a:defRPr sz="1300">
                <a:solidFill>
                  <a:srgbClr val="111921"/>
                </a:solidFill>
              </a:defRPr>
            </a:pPr>
            <a:r>
              <a:rPr dirty="0"/>
              <a:t>Murabaha Agreement content is of the default offer letter, and the execution is not working.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  <a:defRPr sz="1300">
                <a:solidFill>
                  <a:srgbClr val="111921"/>
                </a:solidFill>
              </a:defRPr>
            </a:pPr>
            <a:r>
              <a:rPr dirty="0"/>
              <a:t>Supplier and Invoice metrics on the dashboard have not been integrated yet.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  <a:defRPr sz="1300">
                <a:solidFill>
                  <a:srgbClr val="111921"/>
                </a:solidFill>
              </a:defRPr>
            </a:pPr>
            <a:r>
              <a:rPr lang="en-US" dirty="0"/>
              <a:t>The invoice validation rules are running but not visible on UI on the banker portal for now.</a:t>
            </a:r>
            <a:endParaRPr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427059B-5EAA-8349-CF0A-3F1DB6A209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3963" y="6084570"/>
            <a:ext cx="173355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6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Thank </a:t>
            </a:r>
            <a:r>
              <a:rPr dirty="0" err="1"/>
              <a:t>Yo</a:t>
            </a:r>
            <a:r>
              <a:rPr lang="en-IN" dirty="0"/>
              <a:t>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208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Mohak Gupta</cp:lastModifiedBy>
  <cp:revision>6</cp:revision>
  <dcterms:created xsi:type="dcterms:W3CDTF">2013-01-27T09:14:16Z</dcterms:created>
  <dcterms:modified xsi:type="dcterms:W3CDTF">2026-05-28T14:08:43Z</dcterms:modified>
  <cp:category/>
</cp:coreProperties>
</file>