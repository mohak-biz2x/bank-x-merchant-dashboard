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8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Scope of May 20th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36836"/>
                </a:solidFill>
              </a:defRPr>
            </a:pPr>
            <a:r>
              <a:rPr dirty="0"/>
              <a:t>Customer Journey</a:t>
            </a:r>
          </a:p>
          <a:p>
            <a:pPr>
              <a:spcAft>
                <a:spcPts val="800"/>
              </a:spcAft>
              <a:defRPr sz="1300"/>
            </a:pPr>
            <a:r>
              <a:rPr dirty="0"/>
              <a:t>•  Customer submits the application</a:t>
            </a:r>
          </a:p>
          <a:p>
            <a:pPr>
              <a:spcAft>
                <a:spcPts val="400"/>
              </a:spcAft>
              <a:defRPr sz="1600" b="1">
                <a:solidFill>
                  <a:srgbClr val="036836"/>
                </a:solidFill>
              </a:defRPr>
            </a:pPr>
            <a:r>
              <a:rPr dirty="0"/>
              <a:t>Underwriter Portal</a:t>
            </a:r>
          </a:p>
          <a:p>
            <a:pPr>
              <a:spcAft>
                <a:spcPts val="300"/>
              </a:spcAft>
              <a:defRPr sz="1300"/>
            </a:pPr>
            <a:r>
              <a:rPr dirty="0"/>
              <a:t>The application moves to Underwriter, where underwriter would be able to see: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Loan Application Details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Bureau Analysis (Static Data as actual Bureau data won’t be pulled)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Bank Statement (Actual statement analysis)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Financial Analysis (Actual statement analysis)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Application Overview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Business Details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Owner / Guarantor Details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Credit Bureau Section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Compliance Screening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Documents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Approval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Rule Output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Limit Setting</a:t>
            </a:r>
          </a:p>
          <a:p>
            <a:pPr>
              <a:spcAft>
                <a:spcPts val="600"/>
              </a:spcAft>
            </a:pP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036836"/>
                </a:solidFill>
              </a:defRPr>
            </a:pPr>
            <a:r>
              <a:rPr dirty="0"/>
              <a:t>Post Approval – Customer Dashboard</a:t>
            </a:r>
          </a:p>
          <a:p>
            <a:pPr>
              <a:spcAft>
                <a:spcPts val="300"/>
              </a:spcAft>
              <a:defRPr sz="1300"/>
            </a:pPr>
            <a:r>
              <a:rPr dirty="0"/>
              <a:t>•  Customer navigates to dashboard to see limits, add suppliers and respective invoices</a:t>
            </a:r>
          </a:p>
          <a:p>
            <a:pPr>
              <a:spcAft>
                <a:spcPts val="300"/>
              </a:spcAft>
              <a:defRPr sz="1300"/>
            </a:pPr>
            <a:r>
              <a:rPr dirty="0"/>
              <a:t>•  Invoices visible to Underwriter who can approve/reject</a:t>
            </a:r>
          </a:p>
          <a:p>
            <a:pPr>
              <a:spcAft>
                <a:spcPts val="300"/>
              </a:spcAft>
              <a:defRPr sz="1300"/>
            </a:pPr>
            <a:r>
              <a:rPr dirty="0"/>
              <a:t>•  Once approved, case sent to LMS for disbursement to the respective account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12D9B8D-2C6E-16C9-458D-F459C42A4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3963" y="6084570"/>
            <a:ext cx="173355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8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Known Points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50706A2-47B0-9357-2E2E-AAC1E6FDE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3963" y="6084570"/>
            <a:ext cx="1733550" cy="4762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039335-A567-CBD2-15B5-023D502DA46F}"/>
              </a:ext>
            </a:extLst>
          </p:cNvPr>
          <p:cNvSpPr txBox="1"/>
          <p:nvPr/>
        </p:nvSpPr>
        <p:spPr>
          <a:xfrm>
            <a:off x="563727" y="1493817"/>
            <a:ext cx="1106424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>
                <a:solidFill>
                  <a:srgbClr val="111921"/>
                </a:solidFill>
              </a:defRPr>
            </a:pPr>
            <a:r>
              <a:rPr dirty="0"/>
              <a:t>1. </a:t>
            </a:r>
            <a:r>
              <a:rPr lang="en-US" dirty="0"/>
              <a:t>The agreement formats shared by Mal are out of scope of this demo. Default templates are being used currently.</a:t>
            </a:r>
          </a:p>
          <a:p>
            <a:pPr>
              <a:spcAft>
                <a:spcPts val="1800"/>
              </a:spcAft>
              <a:defRPr sz="1400">
                <a:solidFill>
                  <a:srgbClr val="111921"/>
                </a:solidFill>
              </a:defRPr>
            </a:pPr>
            <a:r>
              <a:rPr lang="en-US" dirty="0"/>
              <a:t>2. Embedded e-signing is not part of this demo. Biz2X is working on the same.</a:t>
            </a:r>
          </a:p>
          <a:p>
            <a:pPr>
              <a:spcAft>
                <a:spcPts val="1800"/>
              </a:spcAft>
              <a:defRPr sz="1400">
                <a:solidFill>
                  <a:srgbClr val="111921"/>
                </a:solidFill>
              </a:defRPr>
            </a:pPr>
            <a:r>
              <a:rPr lang="en-US" dirty="0"/>
              <a:t>3. DBR and DSCR will be covered in the subsequent release.</a:t>
            </a:r>
          </a:p>
          <a:p>
            <a:pPr>
              <a:spcAft>
                <a:spcPts val="1800"/>
              </a:spcAft>
              <a:defRPr sz="1400">
                <a:solidFill>
                  <a:srgbClr val="111921"/>
                </a:solidFill>
              </a:defRPr>
            </a:pPr>
            <a:r>
              <a:rPr lang="en-US" dirty="0"/>
              <a:t>4. Direct Debit Agreement is not getting sent for e-sign. </a:t>
            </a:r>
          </a:p>
          <a:p>
            <a:pPr>
              <a:spcAft>
                <a:spcPts val="1800"/>
              </a:spcAft>
              <a:defRPr sz="1400">
                <a:solidFill>
                  <a:srgbClr val="111921"/>
                </a:solidFill>
              </a:defRPr>
            </a:pPr>
            <a:r>
              <a:rPr lang="en-US" dirty="0"/>
              <a:t>5. Murabaha Agreement content is of the default </a:t>
            </a:r>
            <a:r>
              <a:rPr lang="en-US"/>
              <a:t>offer letter, </a:t>
            </a:r>
            <a:r>
              <a:rPr lang="en-US" dirty="0"/>
              <a:t>and the execution is not working.</a:t>
            </a:r>
          </a:p>
          <a:p>
            <a:pPr>
              <a:spcAft>
                <a:spcPts val="1800"/>
              </a:spcAft>
              <a:defRPr sz="1400">
                <a:solidFill>
                  <a:srgbClr val="111921"/>
                </a:solidFill>
              </a:defRPr>
            </a:pPr>
            <a:r>
              <a:rPr lang="en-US" dirty="0"/>
              <a:t>6. Some parameters like TL Issue Date, Expiry Date, Economic Zone, Industry, Sub-Industry etc. which need to flow from the KYB is not getting punched in currently on application submission. Default data for the same has been setup from backend.</a:t>
            </a:r>
          </a:p>
          <a:p>
            <a:pPr>
              <a:spcAft>
                <a:spcPts val="1800"/>
              </a:spcAft>
              <a:defRPr sz="1400">
                <a:solidFill>
                  <a:srgbClr val="111921"/>
                </a:solidFill>
              </a:defRPr>
            </a:pPr>
            <a:r>
              <a:rPr lang="en-US" dirty="0"/>
              <a:t>7. Supplier and Invoice metrics on the dashboard have not been integrated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296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Mohak Gupta</cp:lastModifiedBy>
  <cp:revision>7</cp:revision>
  <dcterms:created xsi:type="dcterms:W3CDTF">2013-01-27T09:14:16Z</dcterms:created>
  <dcterms:modified xsi:type="dcterms:W3CDTF">2026-05-20T11:48:30Z</dcterms:modified>
  <cp:category/>
</cp:coreProperties>
</file>