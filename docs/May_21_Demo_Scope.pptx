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May 21st Demo</a:t>
            </a:r>
          </a:p>
          <a:p>
            <a:pPr algn="ctr">
              <a:spcBef>
                <a:spcPts val="1200"/>
              </a:spcBef>
              <a:defRPr sz="2400">
                <a:solidFill>
                  <a:srgbClr val="98CF95"/>
                </a:solidFill>
              </a:defRPr>
            </a:pPr>
            <a:r>
              <a:t>Scope, Structure &amp; Known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Structure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B189D44-D81E-D203-6C1E-4FCC6833B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006CA2-02AC-5674-7AB0-8FB184BF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5" y="1197864"/>
            <a:ext cx="12192000" cy="53392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 of May 21st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Customer Journey</a:t>
            </a:r>
          </a:p>
          <a:p>
            <a:pPr>
              <a:spcAft>
                <a:spcPts val="800"/>
              </a:spcAft>
              <a:defRPr sz="1300"/>
            </a:pPr>
            <a:r>
              <a:rPr dirty="0"/>
              <a:t>•  Customer submits the application</a:t>
            </a:r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Underwriter Portal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The application moves to Underwriter, where underwriter would be able to see: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Loan Application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Bureau Analysis (Static Data as actual Bureau data won’t be pulled)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Bank Statement (Actual statement analysis)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Financial Analysis (Actual statement analysis)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Application Overview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Business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Owner / Guarantor Details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Credit Bureau Section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Compliance Screening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Documents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Approval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Rule Output</a:t>
            </a:r>
          </a:p>
          <a:p>
            <a:pPr>
              <a:spcAft>
                <a:spcPts val="100"/>
              </a:spcAft>
              <a:defRPr sz="1200"/>
            </a:pPr>
            <a:r>
              <a:rPr dirty="0"/>
              <a:t>     •  Limit Setting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Post Approval – Customer Dashboard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Customer navigates to dashboard to see limits, add suppliers and respective invoices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Invoices visible to Underwriter who can approve/reject</a:t>
            </a:r>
          </a:p>
          <a:p>
            <a:pPr>
              <a:spcAft>
                <a:spcPts val="300"/>
              </a:spcAft>
              <a:defRPr sz="1300"/>
            </a:pPr>
            <a:r>
              <a:rPr dirty="0"/>
              <a:t>•  Once approved, case sent to LMS for disbursement to the respective account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C2B6508-6CBC-17F3-71F7-6C595C024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1.  The agreement formats shared by MAL are out of scope of this demo. Default templates are being used currently.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2.  Embedded e-signing is not part of this demo. Biz2X is working on the same.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3.  DBR and DSCR will be covered in the subsequent release.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4.  Direct Debit Agreement is not getting sent for e-sign.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5.  Murabaha Agreement content is of the default offer letter, and the execution is not working.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6.  Some parameters like TL Issue Date, Expiry Date, Economic Zone, Industry, Sub-Industry etc. which need to flow from the KYB is not getting punched in currently on application submission. Default data for the same has been setup from backend.</a:t>
            </a:r>
          </a:p>
          <a:p>
            <a:pPr>
              <a:spcAft>
                <a:spcPts val="1200"/>
              </a:spcAft>
              <a:defRPr sz="1300">
                <a:solidFill>
                  <a:srgbClr val="111921"/>
                </a:solidFill>
              </a:defRPr>
            </a:pPr>
            <a:r>
              <a:t>7.  Supplier and Invoice metrics on the dashboard have not been integrated yet.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427059B-5EAA-8349-CF0A-3F1DB6A20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Thank </a:t>
            </a:r>
            <a:r>
              <a:rPr dirty="0" err="1"/>
              <a:t>Yo</a:t>
            </a:r>
            <a:r>
              <a:rPr lang="en-IN" dirty="0"/>
              <a:t>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310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Mohak Gupta</cp:lastModifiedBy>
  <cp:revision>3</cp:revision>
  <dcterms:created xsi:type="dcterms:W3CDTF">2013-01-27T09:14:16Z</dcterms:created>
  <dcterms:modified xsi:type="dcterms:W3CDTF">2026-05-20T18:07:51Z</dcterms:modified>
  <cp:category/>
</cp:coreProperties>
</file>